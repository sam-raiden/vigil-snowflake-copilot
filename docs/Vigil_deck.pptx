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Vigil: cited risk, fraud and regulatory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Questions in, evidence-backed findings out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Built on Snowflake; synthetic data only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Honest status: rule-based app; Snowflake AI features were disabled on our trial account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Alert exists, but evidence and policy clause are assembled by hand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Fraud rings hide: each account looks fine alone, so per-transaction rules never fire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Covers fraud/AML, liquidity (LCR) and credit (NPA)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Every answer: verdict, evidence rows, record IDs, exact policy clauses, downloadable note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Asks which account or transaction when unspecified; never guesses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Says so when it has no confident match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The novel piece: ring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Dynamic Tables self-join transactions: same counterparty within 72 hours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Hub filter drops counterparties paid by more than 8 accounts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Seeded result: ACC-0031 to 0035 grouped as RING-001, 0 of 5 transactions individually flagged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Utility paid by 25 accounts correctly not grouped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Results (single runs)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6 demo scenarios answered with record IDs and clauses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Server-side time 0.17 s to 0.68 s per question on 638 transactions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Found and fixed a context-leak bug during testing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No accuracy or efficiency percentage claimed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Honest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No LLM: CoCo, Cortex COMPLETE and Cortex Search all blocked on the trial account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Keyword routing only; Slack is draft-only; no anonymous public URL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Tested at 638 rows; noise filter tuned on one case; exact-match entities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2E8F0"/>
                </a:solidFill>
              </a:rPr>
              <a:t>• Upgrade path: Cortex Search, semantic view and one agent behind the same audit panel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